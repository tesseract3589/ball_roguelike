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6" d="100"/>
          <a:sy n="86" d="100"/>
        </p:scale>
        <p:origin x="56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37EF1C-BD3F-43CE-85FE-80E5198D7BBB}" type="datetimeFigureOut">
              <a:rPr lang="ko-KR" altLang="en-US" smtClean="0"/>
              <a:t>2026-10-02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C6ABB-7B00-4342-9D58-763DC85E3C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71563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37EF1C-BD3F-43CE-85FE-80E5198D7BBB}" type="datetimeFigureOut">
              <a:rPr lang="ko-KR" altLang="en-US" smtClean="0"/>
              <a:t>2026-10-02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C6ABB-7B00-4342-9D58-763DC85E3C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40966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37EF1C-BD3F-43CE-85FE-80E5198D7BBB}" type="datetimeFigureOut">
              <a:rPr lang="ko-KR" altLang="en-US" smtClean="0"/>
              <a:t>2026-10-02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C6ABB-7B00-4342-9D58-763DC85E3C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54182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37EF1C-BD3F-43CE-85FE-80E5198D7BBB}" type="datetimeFigureOut">
              <a:rPr lang="ko-KR" altLang="en-US" smtClean="0"/>
              <a:t>2026-10-02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C6ABB-7B00-4342-9D58-763DC85E3C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849369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37EF1C-BD3F-43CE-85FE-80E5198D7BBB}" type="datetimeFigureOut">
              <a:rPr lang="ko-KR" altLang="en-US" smtClean="0"/>
              <a:t>2026-10-02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C6ABB-7B00-4342-9D58-763DC85E3C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08074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37EF1C-BD3F-43CE-85FE-80E5198D7BBB}" type="datetimeFigureOut">
              <a:rPr lang="ko-KR" altLang="en-US" smtClean="0"/>
              <a:t>2026-10-02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C6ABB-7B00-4342-9D58-763DC85E3C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874524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37EF1C-BD3F-43CE-85FE-80E5198D7BBB}" type="datetimeFigureOut">
              <a:rPr lang="ko-KR" altLang="en-US" smtClean="0"/>
              <a:t>2026-10-02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C6ABB-7B00-4342-9D58-763DC85E3C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128418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37EF1C-BD3F-43CE-85FE-80E5198D7BBB}" type="datetimeFigureOut">
              <a:rPr lang="ko-KR" altLang="en-US" smtClean="0"/>
              <a:t>2026-10-02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C6ABB-7B00-4342-9D58-763DC85E3C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916945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37EF1C-BD3F-43CE-85FE-80E5198D7BBB}" type="datetimeFigureOut">
              <a:rPr lang="ko-KR" altLang="en-US" smtClean="0"/>
              <a:t>2026-10-02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C6ABB-7B00-4342-9D58-763DC85E3C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96517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37EF1C-BD3F-43CE-85FE-80E5198D7BBB}" type="datetimeFigureOut">
              <a:rPr lang="ko-KR" altLang="en-US" smtClean="0"/>
              <a:t>2026-10-02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C6ABB-7B00-4342-9D58-763DC85E3C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372644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37EF1C-BD3F-43CE-85FE-80E5198D7BBB}" type="datetimeFigureOut">
              <a:rPr lang="ko-KR" altLang="en-US" smtClean="0"/>
              <a:t>2026-10-02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C6ABB-7B00-4342-9D58-763DC85E3C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20376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337EF1C-BD3F-43CE-85FE-80E5198D7BBB}" type="datetimeFigureOut">
              <a:rPr lang="ko-KR" altLang="en-US" smtClean="0"/>
              <a:t>2026-10-02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3C6ABB-7B00-4342-9D58-763DC85E3C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07262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/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6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910" b="89865" l="9963" r="93911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9796" y="364239"/>
            <a:ext cx="5163271" cy="4229690"/>
          </a:xfrm>
          <a:prstGeom prst="rect">
            <a:avLst/>
          </a:prstGeom>
        </p:spPr>
      </p:pic>
      <p:sp>
        <p:nvSpPr>
          <p:cNvPr id="11" name="왼쪽 화살표 10"/>
          <p:cNvSpPr/>
          <p:nvPr/>
        </p:nvSpPr>
        <p:spPr>
          <a:xfrm>
            <a:off x="3586578" y="1906476"/>
            <a:ext cx="1686757" cy="1535837"/>
          </a:xfrm>
          <a:prstGeom prst="leftArrow">
            <a:avLst/>
          </a:prstGeom>
          <a:solidFill>
            <a:schemeClr val="accent1">
              <a:lumMod val="40000"/>
              <a:lumOff val="60000"/>
            </a:schemeClr>
          </a:solidFill>
          <a:effectLst>
            <a:glow rad="101600">
              <a:schemeClr val="accent1">
                <a:lumMod val="60000"/>
                <a:lumOff val="40000"/>
                <a:alpha val="40000"/>
              </a:schemeClr>
            </a:glow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포인트가 4개인 별 11"/>
          <p:cNvSpPr/>
          <p:nvPr/>
        </p:nvSpPr>
        <p:spPr>
          <a:xfrm>
            <a:off x="657842" y="832278"/>
            <a:ext cx="1127464" cy="1074198"/>
          </a:xfrm>
          <a:prstGeom prst="star4">
            <a:avLst>
              <a:gd name="adj" fmla="val 8368"/>
            </a:avLst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포인트가 5개인 별 12"/>
          <p:cNvSpPr/>
          <p:nvPr/>
        </p:nvSpPr>
        <p:spPr>
          <a:xfrm>
            <a:off x="1540723" y="2479084"/>
            <a:ext cx="1145219" cy="1071983"/>
          </a:xfrm>
          <a:prstGeom prst="star5">
            <a:avLst>
              <a:gd name="adj" fmla="val 14604"/>
              <a:gd name="hf" fmla="val 105146"/>
              <a:gd name="vf" fmla="val 110557"/>
            </a:avLst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포인트가 6개인 별 13"/>
          <p:cNvSpPr/>
          <p:nvPr/>
        </p:nvSpPr>
        <p:spPr>
          <a:xfrm>
            <a:off x="2256774" y="559550"/>
            <a:ext cx="1109709" cy="1233996"/>
          </a:xfrm>
          <a:prstGeom prst="star6">
            <a:avLst>
              <a:gd name="adj" fmla="val 4408"/>
              <a:gd name="hf" fmla="val 115470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순서도: 판단 15"/>
          <p:cNvSpPr/>
          <p:nvPr/>
        </p:nvSpPr>
        <p:spPr>
          <a:xfrm>
            <a:off x="3045041" y="5211192"/>
            <a:ext cx="541537" cy="426128"/>
          </a:xfrm>
          <a:prstGeom prst="flowChartDecision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8" name="직선 연결선 17"/>
          <p:cNvCxnSpPr/>
          <p:nvPr/>
        </p:nvCxnSpPr>
        <p:spPr>
          <a:xfrm>
            <a:off x="6409677" y="5282214"/>
            <a:ext cx="1328691" cy="0"/>
          </a:xfrm>
          <a:prstGeom prst="line">
            <a:avLst/>
          </a:prstGeom>
          <a:ln w="57150">
            <a:solidFill>
              <a:schemeClr val="bg1"/>
            </a:solidFill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014471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대각선 방향의 모서리가 잘린 사각형 3"/>
          <p:cNvSpPr/>
          <p:nvPr/>
        </p:nvSpPr>
        <p:spPr>
          <a:xfrm>
            <a:off x="1384917" y="1447060"/>
            <a:ext cx="967666" cy="790113"/>
          </a:xfrm>
          <a:prstGeom prst="snip2DiagRect">
            <a:avLst>
              <a:gd name="adj1" fmla="val 0"/>
              <a:gd name="adj2" fmla="val 45506"/>
            </a:avLst>
          </a:prstGeom>
          <a:solidFill>
            <a:srgbClr val="92D050"/>
          </a:solidFill>
          <a:ln w="38100">
            <a:solidFill>
              <a:schemeClr val="tx1"/>
            </a:solidFill>
          </a:ln>
          <a:effectLst>
            <a:glow rad="63500">
              <a:schemeClr val="accent6">
                <a:satMod val="175000"/>
                <a:alpha val="40000"/>
              </a:schemeClr>
            </a:glow>
          </a:effectLst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858139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타원 3"/>
          <p:cNvSpPr/>
          <p:nvPr/>
        </p:nvSpPr>
        <p:spPr>
          <a:xfrm>
            <a:off x="2607537" y="0"/>
            <a:ext cx="7200000" cy="7200000"/>
          </a:xfrm>
          <a:prstGeom prst="ellipse">
            <a:avLst/>
          </a:prstGeom>
          <a:gradFill flip="none" rotWithShape="1">
            <a:gsLst>
              <a:gs pos="0">
                <a:schemeClr val="bg1">
                  <a:alpha val="35000"/>
                </a:schemeClr>
              </a:gs>
              <a:gs pos="24000">
                <a:schemeClr val="bg1">
                  <a:alpha val="30000"/>
                </a:schemeClr>
              </a:gs>
              <a:gs pos="55000">
                <a:schemeClr val="bg1"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path path="shap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400357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그룹 16"/>
          <p:cNvGrpSpPr/>
          <p:nvPr/>
        </p:nvGrpSpPr>
        <p:grpSpPr>
          <a:xfrm>
            <a:off x="-2273066" y="2000250"/>
            <a:ext cx="14699596" cy="2423326"/>
            <a:chOff x="-2273066" y="2000250"/>
            <a:chExt cx="14699596" cy="2423326"/>
          </a:xfrm>
        </p:grpSpPr>
        <p:sp>
          <p:nvSpPr>
            <p:cNvPr id="16" name="순서도: 판단 15"/>
            <p:cNvSpPr/>
            <p:nvPr/>
          </p:nvSpPr>
          <p:spPr>
            <a:xfrm rot="1089595" flipV="1">
              <a:off x="1761795" y="3138890"/>
              <a:ext cx="6629874" cy="146044"/>
            </a:xfrm>
            <a:prstGeom prst="flowChartDecision">
              <a:avLst/>
            </a:prstGeom>
            <a:solidFill>
              <a:schemeClr val="bg1"/>
            </a:solidFill>
            <a:effectLst>
              <a:glow rad="228600">
                <a:schemeClr val="accent3">
                  <a:satMod val="175000"/>
                  <a:alpha val="40000"/>
                </a:schemeClr>
              </a:glow>
              <a:softEdge rad="3175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순서도: 판단 14"/>
            <p:cNvSpPr/>
            <p:nvPr/>
          </p:nvSpPr>
          <p:spPr>
            <a:xfrm>
              <a:off x="-2273066" y="3055744"/>
              <a:ext cx="14699596" cy="312337"/>
            </a:xfrm>
            <a:prstGeom prst="flowChartDecision">
              <a:avLst/>
            </a:prstGeom>
            <a:solidFill>
              <a:schemeClr val="bg1"/>
            </a:solidFill>
            <a:effectLst>
              <a:glow rad="228600">
                <a:schemeClr val="accent3">
                  <a:satMod val="175000"/>
                  <a:alpha val="40000"/>
                </a:schemeClr>
              </a:glow>
              <a:softEdge rad="3175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" name="타원 1"/>
            <p:cNvSpPr/>
            <p:nvPr/>
          </p:nvSpPr>
          <p:spPr>
            <a:xfrm>
              <a:off x="3857440" y="2000250"/>
              <a:ext cx="2438585" cy="2423326"/>
            </a:xfrm>
            <a:prstGeom prst="ellipse">
              <a:avLst/>
            </a:prstGeom>
            <a:noFill/>
            <a:ln w="92075">
              <a:solidFill>
                <a:schemeClr val="bg1"/>
              </a:solidFill>
            </a:ln>
            <a:effectLst>
              <a:glow rad="228600">
                <a:schemeClr val="bg1">
                  <a:alpha val="40000"/>
                </a:schemeClr>
              </a:glow>
              <a:softEdge rad="3175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4937235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타원 1"/>
          <p:cNvSpPr/>
          <p:nvPr/>
        </p:nvSpPr>
        <p:spPr>
          <a:xfrm>
            <a:off x="710212" y="532663"/>
            <a:ext cx="2160000" cy="2160000"/>
          </a:xfrm>
          <a:prstGeom prst="ellipse">
            <a:avLst/>
          </a:prstGeom>
          <a:solidFill>
            <a:srgbClr val="FFFF00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27269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FFFF00"/>
        </a:solidFill>
        <a:ln w="76200">
          <a:solidFill>
            <a:schemeClr val="tx1"/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352</TotalTime>
  <Words>0</Words>
  <Application>Microsoft Office PowerPoint</Application>
  <PresentationFormat>와이드스크린</PresentationFormat>
  <Paragraphs>0</Paragraphs>
  <Slides>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8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user</cp:lastModifiedBy>
  <cp:revision>13</cp:revision>
  <dcterms:created xsi:type="dcterms:W3CDTF">2024-07-30T13:25:47Z</dcterms:created>
  <dcterms:modified xsi:type="dcterms:W3CDTF">2026-10-02T06:52:31Z</dcterms:modified>
</cp:coreProperties>
</file>