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94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15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09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1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93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07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45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84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9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65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6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03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7EF1C-BD3F-43CE-85FE-80E5198D7BB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7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10" b="89865" l="9963" r="9391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796" y="364239"/>
            <a:ext cx="5163271" cy="4229690"/>
          </a:xfrm>
          <a:prstGeom prst="rect">
            <a:avLst/>
          </a:prstGeom>
        </p:spPr>
      </p:pic>
      <p:sp>
        <p:nvSpPr>
          <p:cNvPr id="11" name="왼쪽 화살표 10"/>
          <p:cNvSpPr/>
          <p:nvPr/>
        </p:nvSpPr>
        <p:spPr>
          <a:xfrm>
            <a:off x="3586578" y="1906476"/>
            <a:ext cx="1686757" cy="1535837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glow rad="101600">
              <a:schemeClr val="accent1">
                <a:lumMod val="60000"/>
                <a:lumOff val="40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포인트가 4개인 별 11"/>
          <p:cNvSpPr/>
          <p:nvPr/>
        </p:nvSpPr>
        <p:spPr>
          <a:xfrm>
            <a:off x="657842" y="832278"/>
            <a:ext cx="1127464" cy="1074198"/>
          </a:xfrm>
          <a:prstGeom prst="star4">
            <a:avLst>
              <a:gd name="adj" fmla="val 8368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포인트가 5개인 별 12"/>
          <p:cNvSpPr/>
          <p:nvPr/>
        </p:nvSpPr>
        <p:spPr>
          <a:xfrm>
            <a:off x="1540723" y="2479084"/>
            <a:ext cx="1145219" cy="1071983"/>
          </a:xfrm>
          <a:prstGeom prst="star5">
            <a:avLst>
              <a:gd name="adj" fmla="val 14604"/>
              <a:gd name="hf" fmla="val 105146"/>
              <a:gd name="vf" fmla="val 11055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포인트가 6개인 별 13"/>
          <p:cNvSpPr/>
          <p:nvPr/>
        </p:nvSpPr>
        <p:spPr>
          <a:xfrm>
            <a:off x="2256774" y="559550"/>
            <a:ext cx="1109709" cy="1233996"/>
          </a:xfrm>
          <a:prstGeom prst="star6">
            <a:avLst>
              <a:gd name="adj" fmla="val 4408"/>
              <a:gd name="hf" fmla="val 11547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판단 15"/>
          <p:cNvSpPr/>
          <p:nvPr/>
        </p:nvSpPr>
        <p:spPr>
          <a:xfrm>
            <a:off x="3045041" y="5211192"/>
            <a:ext cx="541537" cy="426128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6409677" y="5282214"/>
            <a:ext cx="1328691" cy="0"/>
          </a:xfrm>
          <a:prstGeom prst="line">
            <a:avLst/>
          </a:prstGeom>
          <a:ln w="5715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44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대각선 방향의 모서리가 잘린 사각형 3"/>
          <p:cNvSpPr/>
          <p:nvPr/>
        </p:nvSpPr>
        <p:spPr>
          <a:xfrm>
            <a:off x="1384917" y="1447060"/>
            <a:ext cx="967666" cy="790113"/>
          </a:xfrm>
          <a:prstGeom prst="snip2DiagRect">
            <a:avLst>
              <a:gd name="adj1" fmla="val 0"/>
              <a:gd name="adj2" fmla="val 45506"/>
            </a:avLst>
          </a:prstGeom>
          <a:solidFill>
            <a:srgbClr val="92D050"/>
          </a:solidFill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813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607537" y="0"/>
            <a:ext cx="7200000" cy="7200000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5000"/>
                </a:schemeClr>
              </a:gs>
              <a:gs pos="24000">
                <a:schemeClr val="bg1">
                  <a:alpha val="30000"/>
                </a:schemeClr>
              </a:gs>
              <a:gs pos="5500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03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-2273066" y="2000250"/>
            <a:ext cx="14699596" cy="2423326"/>
            <a:chOff x="-2273066" y="2000250"/>
            <a:chExt cx="14699596" cy="2423326"/>
          </a:xfrm>
        </p:grpSpPr>
        <p:sp>
          <p:nvSpPr>
            <p:cNvPr id="16" name="순서도: 판단 15"/>
            <p:cNvSpPr/>
            <p:nvPr/>
          </p:nvSpPr>
          <p:spPr>
            <a:xfrm rot="1089595" flipV="1">
              <a:off x="1761795" y="3138890"/>
              <a:ext cx="6629874" cy="146044"/>
            </a:xfrm>
            <a:prstGeom prst="flowChartDecision">
              <a:avLst/>
            </a:prstGeom>
            <a:solidFill>
              <a:schemeClr val="bg1"/>
            </a:solidFill>
            <a:effectLst>
              <a:glow rad="2286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순서도: 판단 14"/>
            <p:cNvSpPr/>
            <p:nvPr/>
          </p:nvSpPr>
          <p:spPr>
            <a:xfrm>
              <a:off x="-2273066" y="3055744"/>
              <a:ext cx="14699596" cy="312337"/>
            </a:xfrm>
            <a:prstGeom prst="flowChartDecision">
              <a:avLst/>
            </a:prstGeom>
            <a:solidFill>
              <a:schemeClr val="bg1"/>
            </a:solidFill>
            <a:effectLst>
              <a:glow rad="2286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타원 1"/>
            <p:cNvSpPr/>
            <p:nvPr/>
          </p:nvSpPr>
          <p:spPr>
            <a:xfrm>
              <a:off x="3857440" y="2000250"/>
              <a:ext cx="2438585" cy="2423326"/>
            </a:xfrm>
            <a:prstGeom prst="ellipse">
              <a:avLst/>
            </a:prstGeom>
            <a:noFill/>
            <a:ln w="92075">
              <a:solidFill>
                <a:schemeClr val="bg1"/>
              </a:solidFill>
            </a:ln>
            <a:effectLst>
              <a:glow rad="228600">
                <a:schemeClr val="bg1">
                  <a:alpha val="40000"/>
                </a:schemeClr>
              </a:glo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372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</cp:revision>
  <dcterms:created xsi:type="dcterms:W3CDTF">2024-07-30T13:25:47Z</dcterms:created>
  <dcterms:modified xsi:type="dcterms:W3CDTF">2026-05-04T12:56:58Z</dcterms:modified>
</cp:coreProperties>
</file>